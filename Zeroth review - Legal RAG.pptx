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7" r:id="rId4"/>
    <p:sldId id="263" r:id="rId5"/>
    <p:sldId id="265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62257B-BBBF-49CD-A5DD-C3850C73CE74}" v="22" dt="2026-08-27T13:45:32.7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 Arora" userId="b787227e2ec070f4" providerId="LiveId" clId="{A65BE4C5-78DA-47DB-89A3-56F4EE9C9206}"/>
    <pc:docChg chg="undo custSel addSld modSld">
      <pc:chgData name="Aryan Arora" userId="b787227e2ec070f4" providerId="LiveId" clId="{A65BE4C5-78DA-47DB-89A3-56F4EE9C9206}" dt="2026-08-27T13:45:32.717" v="239"/>
      <pc:docMkLst>
        <pc:docMk/>
      </pc:docMkLst>
      <pc:sldChg chg="modSp new">
        <pc:chgData name="Aryan Arora" userId="b787227e2ec070f4" providerId="LiveId" clId="{A65BE4C5-78DA-47DB-89A3-56F4EE9C9206}" dt="2026-08-23T18:20:21.570" v="165"/>
        <pc:sldMkLst>
          <pc:docMk/>
          <pc:sldMk cId="2511129951" sldId="256"/>
        </pc:sldMkLst>
        <pc:spChg chg="mod">
          <ac:chgData name="Aryan Arora" userId="b787227e2ec070f4" providerId="LiveId" clId="{A65BE4C5-78DA-47DB-89A3-56F4EE9C9206}" dt="2026-08-23T18:20:21.570" v="165"/>
          <ac:spMkLst>
            <pc:docMk/>
            <pc:sldMk cId="2511129951" sldId="256"/>
            <ac:spMk id="2" creationId="{1A95EE6D-205B-0269-7345-B80B16FCED1E}"/>
          </ac:spMkLst>
        </pc:spChg>
      </pc:sldChg>
      <pc:sldChg chg="modSp new mod">
        <pc:chgData name="Aryan Arora" userId="b787227e2ec070f4" providerId="LiveId" clId="{A65BE4C5-78DA-47DB-89A3-56F4EE9C9206}" dt="2026-08-23T18:17:27.782" v="120" actId="20577"/>
        <pc:sldMkLst>
          <pc:docMk/>
          <pc:sldMk cId="2470409146" sldId="257"/>
        </pc:sldMkLst>
        <pc:spChg chg="mod">
          <ac:chgData name="Aryan Arora" userId="b787227e2ec070f4" providerId="LiveId" clId="{A65BE4C5-78DA-47DB-89A3-56F4EE9C9206}" dt="2026-08-23T18:17:13.118" v="109" actId="20577"/>
          <ac:spMkLst>
            <pc:docMk/>
            <pc:sldMk cId="2470409146" sldId="257"/>
            <ac:spMk id="2" creationId="{962169DA-6F6C-52CA-596D-C7792DC2075A}"/>
          </ac:spMkLst>
        </pc:spChg>
        <pc:spChg chg="mod">
          <ac:chgData name="Aryan Arora" userId="b787227e2ec070f4" providerId="LiveId" clId="{A65BE4C5-78DA-47DB-89A3-56F4EE9C9206}" dt="2026-08-23T18:17:27.782" v="120" actId="20577"/>
          <ac:spMkLst>
            <pc:docMk/>
            <pc:sldMk cId="2470409146" sldId="257"/>
            <ac:spMk id="3" creationId="{DF8CC0C6-7675-AE22-8160-0E0C3991D8E6}"/>
          </ac:spMkLst>
        </pc:spChg>
      </pc:sldChg>
      <pc:sldChg chg="modSp add mod">
        <pc:chgData name="Aryan Arora" userId="b787227e2ec070f4" providerId="LiveId" clId="{A65BE4C5-78DA-47DB-89A3-56F4EE9C9206}" dt="2026-08-23T17:31:21.320" v="20"/>
        <pc:sldMkLst>
          <pc:docMk/>
          <pc:sldMk cId="3581882527" sldId="258"/>
        </pc:sldMkLst>
        <pc:spChg chg="mod">
          <ac:chgData name="Aryan Arora" userId="b787227e2ec070f4" providerId="LiveId" clId="{A65BE4C5-78DA-47DB-89A3-56F4EE9C9206}" dt="2026-08-23T17:31:21.320" v="20"/>
          <ac:spMkLst>
            <pc:docMk/>
            <pc:sldMk cId="3581882527" sldId="258"/>
            <ac:spMk id="3" creationId="{91C67ABA-FE02-2AAE-62FB-B8598B670EAE}"/>
          </ac:spMkLst>
        </pc:spChg>
      </pc:sldChg>
      <pc:sldChg chg="modSp add mod">
        <pc:chgData name="Aryan Arora" userId="b787227e2ec070f4" providerId="LiveId" clId="{A65BE4C5-78DA-47DB-89A3-56F4EE9C9206}" dt="2026-08-23T17:53:08.874" v="29" actId="27636"/>
        <pc:sldMkLst>
          <pc:docMk/>
          <pc:sldMk cId="52899601" sldId="259"/>
        </pc:sldMkLst>
        <pc:spChg chg="mod">
          <ac:chgData name="Aryan Arora" userId="b787227e2ec070f4" providerId="LiveId" clId="{A65BE4C5-78DA-47DB-89A3-56F4EE9C9206}" dt="2026-08-23T17:53:08.874" v="29" actId="27636"/>
          <ac:spMkLst>
            <pc:docMk/>
            <pc:sldMk cId="52899601" sldId="259"/>
            <ac:spMk id="3" creationId="{85BBED03-0DBC-E411-C1AF-CE18EC85272F}"/>
          </ac:spMkLst>
        </pc:spChg>
      </pc:sldChg>
      <pc:sldChg chg="modSp add mod">
        <pc:chgData name="Aryan Arora" userId="b787227e2ec070f4" providerId="LiveId" clId="{A65BE4C5-78DA-47DB-89A3-56F4EE9C9206}" dt="2026-08-23T18:08:05.602" v="37"/>
        <pc:sldMkLst>
          <pc:docMk/>
          <pc:sldMk cId="3833798129" sldId="260"/>
        </pc:sldMkLst>
        <pc:spChg chg="mod">
          <ac:chgData name="Aryan Arora" userId="b787227e2ec070f4" providerId="LiveId" clId="{A65BE4C5-78DA-47DB-89A3-56F4EE9C9206}" dt="2026-08-23T18:08:05.602" v="37"/>
          <ac:spMkLst>
            <pc:docMk/>
            <pc:sldMk cId="3833798129" sldId="260"/>
            <ac:spMk id="3" creationId="{EF2EE86E-AFC8-8DF6-B6AB-4A95D13DACF1}"/>
          </ac:spMkLst>
        </pc:spChg>
      </pc:sldChg>
      <pc:sldChg chg="modSp new mod">
        <pc:chgData name="Aryan Arora" userId="b787227e2ec070f4" providerId="LiveId" clId="{A65BE4C5-78DA-47DB-89A3-56F4EE9C9206}" dt="2026-08-23T18:11:40.547" v="74" actId="20577"/>
        <pc:sldMkLst>
          <pc:docMk/>
          <pc:sldMk cId="1465024936" sldId="261"/>
        </pc:sldMkLst>
        <pc:spChg chg="mod">
          <ac:chgData name="Aryan Arora" userId="b787227e2ec070f4" providerId="LiveId" clId="{A65BE4C5-78DA-47DB-89A3-56F4EE9C9206}" dt="2026-08-23T18:11:01.392" v="57" actId="20577"/>
          <ac:spMkLst>
            <pc:docMk/>
            <pc:sldMk cId="1465024936" sldId="261"/>
            <ac:spMk id="2" creationId="{197290E7-4F72-0E25-6210-7215851EABB0}"/>
          </ac:spMkLst>
        </pc:spChg>
        <pc:spChg chg="mod">
          <ac:chgData name="Aryan Arora" userId="b787227e2ec070f4" providerId="LiveId" clId="{A65BE4C5-78DA-47DB-89A3-56F4EE9C9206}" dt="2026-08-23T18:11:40.547" v="74" actId="20577"/>
          <ac:spMkLst>
            <pc:docMk/>
            <pc:sldMk cId="1465024936" sldId="261"/>
            <ac:spMk id="3" creationId="{3C88FDA5-DD38-F62F-E6EF-34577DDF65FE}"/>
          </ac:spMkLst>
        </pc:spChg>
      </pc:sldChg>
      <pc:sldChg chg="add">
        <pc:chgData name="Aryan Arora" userId="b787227e2ec070f4" providerId="LiveId" clId="{A65BE4C5-78DA-47DB-89A3-56F4EE9C9206}" dt="2026-08-23T18:15:29.006" v="84" actId="2890"/>
        <pc:sldMkLst>
          <pc:docMk/>
          <pc:sldMk cId="1771925662" sldId="262"/>
        </pc:sldMkLst>
      </pc:sldChg>
      <pc:sldChg chg="modSp add mod">
        <pc:chgData name="Aryan Arora" userId="b787227e2ec070f4" providerId="LiveId" clId="{A65BE4C5-78DA-47DB-89A3-56F4EE9C9206}" dt="2026-08-23T18:19:32.856" v="160"/>
        <pc:sldMkLst>
          <pc:docMk/>
          <pc:sldMk cId="3162752367" sldId="263"/>
        </pc:sldMkLst>
        <pc:spChg chg="mod">
          <ac:chgData name="Aryan Arora" userId="b787227e2ec070f4" providerId="LiveId" clId="{A65BE4C5-78DA-47DB-89A3-56F4EE9C9206}" dt="2026-08-23T18:18:42.789" v="149" actId="20577"/>
          <ac:spMkLst>
            <pc:docMk/>
            <pc:sldMk cId="3162752367" sldId="263"/>
            <ac:spMk id="2" creationId="{196ABBE1-CE10-E849-9B50-BF2B057982FB}"/>
          </ac:spMkLst>
        </pc:spChg>
        <pc:spChg chg="mod">
          <ac:chgData name="Aryan Arora" userId="b787227e2ec070f4" providerId="LiveId" clId="{A65BE4C5-78DA-47DB-89A3-56F4EE9C9206}" dt="2026-08-23T18:19:32.856" v="160"/>
          <ac:spMkLst>
            <pc:docMk/>
            <pc:sldMk cId="3162752367" sldId="263"/>
            <ac:spMk id="3" creationId="{33F11905-8014-F6A7-DFA7-867B7EC16577}"/>
          </ac:spMkLst>
        </pc:spChg>
      </pc:sldChg>
      <pc:sldChg chg="modSp add mod">
        <pc:chgData name="Aryan Arora" userId="b787227e2ec070f4" providerId="LiveId" clId="{A65BE4C5-78DA-47DB-89A3-56F4EE9C9206}" dt="2026-08-23T18:19:59.854" v="164"/>
        <pc:sldMkLst>
          <pc:docMk/>
          <pc:sldMk cId="2690772527" sldId="264"/>
        </pc:sldMkLst>
        <pc:spChg chg="mod">
          <ac:chgData name="Aryan Arora" userId="b787227e2ec070f4" providerId="LiveId" clId="{A65BE4C5-78DA-47DB-89A3-56F4EE9C9206}" dt="2026-08-23T18:19:59.854" v="164"/>
          <ac:spMkLst>
            <pc:docMk/>
            <pc:sldMk cId="2690772527" sldId="264"/>
            <ac:spMk id="3" creationId="{795B2290-71D1-3099-EEEE-E5F617219C7A}"/>
          </ac:spMkLst>
        </pc:spChg>
      </pc:sldChg>
      <pc:sldChg chg="modSp new mod">
        <pc:chgData name="Aryan Arora" userId="b787227e2ec070f4" providerId="LiveId" clId="{A65BE4C5-78DA-47DB-89A3-56F4EE9C9206}" dt="2026-08-27T12:46:56.266" v="191" actId="113"/>
        <pc:sldMkLst>
          <pc:docMk/>
          <pc:sldMk cId="4292092617" sldId="265"/>
        </pc:sldMkLst>
        <pc:spChg chg="mod">
          <ac:chgData name="Aryan Arora" userId="b787227e2ec070f4" providerId="LiveId" clId="{A65BE4C5-78DA-47DB-89A3-56F4EE9C9206}" dt="2026-08-27T12:46:08.690" v="173" actId="20577"/>
          <ac:spMkLst>
            <pc:docMk/>
            <pc:sldMk cId="4292092617" sldId="265"/>
            <ac:spMk id="2" creationId="{008EC106-2771-8066-4DD9-49DA5E5A541D}"/>
          </ac:spMkLst>
        </pc:spChg>
        <pc:spChg chg="mod">
          <ac:chgData name="Aryan Arora" userId="b787227e2ec070f4" providerId="LiveId" clId="{A65BE4C5-78DA-47DB-89A3-56F4EE9C9206}" dt="2026-08-27T12:46:56.266" v="191" actId="113"/>
          <ac:spMkLst>
            <pc:docMk/>
            <pc:sldMk cId="4292092617" sldId="265"/>
            <ac:spMk id="3" creationId="{90066223-E67F-DE1F-A9AA-FB1F9E4E7066}"/>
          </ac:spMkLst>
        </pc:spChg>
      </pc:sldChg>
      <pc:sldChg chg="addSp delSp modSp new mod">
        <pc:chgData name="Aryan Arora" userId="b787227e2ec070f4" providerId="LiveId" clId="{A65BE4C5-78DA-47DB-89A3-56F4EE9C9206}" dt="2026-08-27T13:45:32.717" v="239"/>
        <pc:sldMkLst>
          <pc:docMk/>
          <pc:sldMk cId="2385373051" sldId="266"/>
        </pc:sldMkLst>
        <pc:spChg chg="mod">
          <ac:chgData name="Aryan Arora" userId="b787227e2ec070f4" providerId="LiveId" clId="{A65BE4C5-78DA-47DB-89A3-56F4EE9C9206}" dt="2026-08-27T13:41:26.690" v="207" actId="20577"/>
          <ac:spMkLst>
            <pc:docMk/>
            <pc:sldMk cId="2385373051" sldId="266"/>
            <ac:spMk id="2" creationId="{89CAAA13-E3F3-0410-B78B-1B05EA91B141}"/>
          </ac:spMkLst>
        </pc:spChg>
        <pc:spChg chg="del">
          <ac:chgData name="Aryan Arora" userId="b787227e2ec070f4" providerId="LiveId" clId="{A65BE4C5-78DA-47DB-89A3-56F4EE9C9206}" dt="2026-08-27T13:41:56.741" v="208" actId="3680"/>
          <ac:spMkLst>
            <pc:docMk/>
            <pc:sldMk cId="2385373051" sldId="266"/>
            <ac:spMk id="3" creationId="{476A85E3-240C-BC49-33F1-10C2A164AF16}"/>
          </ac:spMkLst>
        </pc:spChg>
        <pc:graphicFrameChg chg="add mod ord modGraphic">
          <ac:chgData name="Aryan Arora" userId="b787227e2ec070f4" providerId="LiveId" clId="{A65BE4C5-78DA-47DB-89A3-56F4EE9C9206}" dt="2026-08-27T13:45:32.717" v="239"/>
          <ac:graphicFrameMkLst>
            <pc:docMk/>
            <pc:sldMk cId="2385373051" sldId="266"/>
            <ac:graphicFrameMk id="4" creationId="{AD236D29-85BD-3B49-1C9B-18AF6B39FF92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4366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3858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2001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90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5945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54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62642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574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776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3775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6837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95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908448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53640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26442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48823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6841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0192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4762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9592566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1287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4113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5766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09239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2999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477051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164919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CEDEB-0EAE-2AD8-CFAF-CD858B53EE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2FF726-D5EA-3B67-EBA3-7103E5F6B9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25A49-6F27-597D-F86B-4817AE920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16A2C-E1B3-496A-F719-8BE5F06D4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84B72-0393-3CF6-AEBF-C33F25062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061185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77314-9713-911D-B131-47BF8788A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0A2F2-4491-54E0-BA75-A45AD08A9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788CAD-7D7B-238E-86E0-2C40E316E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A0B49-85A5-BFE8-5858-E94924CA8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8CB63-605C-620F-BCB9-7277B0BF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4855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33833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>
          <p15:clr>
            <a:srgbClr val="F26B43"/>
          </p15:clr>
        </p15:guide>
        <p15:guide id="22" orient="horz" pos="2160">
          <p15:clr>
            <a:srgbClr val="F26B43"/>
          </p15:clr>
        </p15:guide>
        <p15:guide id="23" pos="4800">
          <p15:clr>
            <a:srgbClr val="F26B43"/>
          </p15:clr>
        </p15:guide>
        <p15:guide id="24" orient="horz" pos="480">
          <p15:clr>
            <a:srgbClr val="F26B43"/>
          </p15:clr>
        </p15:guide>
        <p15:guide id="25" orient="horz" pos="864">
          <p15:clr>
            <a:srgbClr val="F26B43"/>
          </p15:clr>
        </p15:guide>
        <p15:guide id="26" pos="7392">
          <p15:clr>
            <a:srgbClr val="F26B43"/>
          </p15:clr>
        </p15:guide>
        <p15:guide id="27" orient="horz" pos="3840">
          <p15:clr>
            <a:srgbClr val="F26B43"/>
          </p15:clr>
        </p15:guide>
        <p15:guide id="28" pos="240">
          <p15:clr>
            <a:srgbClr val="F26B43"/>
          </p15:clr>
        </p15:guide>
        <p15:guide id="29" pos="74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5EE6D-205B-0269-7345-B80B16FCED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Legal Research Assistant for Indian Courts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0C490E-055C-1232-7BF3-72C927F404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1129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290E7-4F72-0E25-6210-7215851EA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Problem Statement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8FDA5-DD38-F62F-E6EF-34577DDF6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Junior advocates spend weeks searching thousands of Supreme Court and High Court judgments on rulings to find relevant precedents, which is a slow and incomplete process. Senior lawyer time for research costs between 2,000 and 10,000 rupees per hour, making thorough legal research economically inaccessible for small firms.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465024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169DA-6F6C-52CA-596D-C7792DC2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Solution Overview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CC0C6-7675-AE22-8160-0E0C3991D8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 RAG application over the Indian Kanoon corpus and uploaded case files using legal-domain embeddings, two-stage hybrid retrieval, and LLM-based holding extraction, enabling advocates to find relevant precedents, extract ratio decidendi, and auto-draft structured argument outlines with citation-linked evidence.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70409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F024D-CED2-D21A-F747-F39E713D0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ABBE1-CE10-E849-9B50-BF2B05798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Objectives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11905-8014-F6A7-DFA7-867B7EC16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Indian Kanoon scraper: 50,000 Supreme Court and High Court judgments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Legal-domain chunking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Hybrid retrieval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Holding summariser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Argument outline drafter: pro and contra positions with supporting precedent citations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Case upload: advocate uploads client case file for session-specific contextual retrieval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162752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EC106-2771-8066-4DD9-49DA5E5A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Dataset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66223-E67F-DE1F-A9AA-FB1F9E4E7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Open India Law- Hugging Face Dataset is to be used for the project.</a:t>
            </a:r>
          </a:p>
          <a:p>
            <a:r>
              <a:rPr lang="en-US" sz="2400" dirty="0"/>
              <a:t>It contains judgments from the Supreme Court and all 25 High Courts of India. The current corpus has more than 12.8 million court judgments, covering roughly 1950–2025.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292092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AAA13-E3F3-0410-B78B-1B05EA91B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Technical Stack</a:t>
            </a:r>
            <a:endParaRPr lang="en-IN" sz="44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236D29-85BD-3B49-1C9B-18AF6B39FF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6842566"/>
              </p:ext>
            </p:extLst>
          </p:nvPr>
        </p:nvGraphicFramePr>
        <p:xfrm>
          <a:off x="301625" y="2047875"/>
          <a:ext cx="11604625" cy="3977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223753">
                  <a:extLst>
                    <a:ext uri="{9D8B030D-6E8A-4147-A177-3AD203B41FA5}">
                      <a16:colId xmlns:a16="http://schemas.microsoft.com/office/drawing/2014/main" val="1694806031"/>
                    </a:ext>
                  </a:extLst>
                </a:gridCol>
                <a:gridCol w="9380872">
                  <a:extLst>
                    <a:ext uri="{9D8B030D-6E8A-4147-A177-3AD203B41FA5}">
                      <a16:colId xmlns:a16="http://schemas.microsoft.com/office/drawing/2014/main" val="91115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Layer</a:t>
                      </a:r>
                      <a:endParaRPr lang="en-IN" dirty="0"/>
                    </a:p>
                  </a:txBody>
                  <a:tcPr marL="100910" marR="100910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Open-Source Technology</a:t>
                      </a:r>
                    </a:p>
                  </a:txBody>
                  <a:tcPr marL="100910" marR="100910"/>
                </a:tc>
                <a:extLst>
                  <a:ext uri="{0D108BD9-81ED-4DB2-BD59-A6C34878D82A}">
                    <a16:rowId xmlns:a16="http://schemas.microsoft.com/office/drawing/2014/main" val="796045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Document Parsing</a:t>
                      </a:r>
                    </a:p>
                  </a:txBody>
                  <a:tcPr marL="100910" marR="100910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PyMuPDF</a:t>
                      </a:r>
                      <a:r>
                        <a:rPr lang="en-US" dirty="0"/>
                        <a:t> + </a:t>
                      </a:r>
                      <a:r>
                        <a:rPr lang="en-US" dirty="0" err="1"/>
                        <a:t>pdfplumber</a:t>
                      </a:r>
                      <a:r>
                        <a:rPr lang="en-US" dirty="0"/>
                        <a:t> + </a:t>
                      </a:r>
                      <a:r>
                        <a:rPr lang="en-US" dirty="0" err="1"/>
                        <a:t>BeautifulSoup</a:t>
                      </a:r>
                      <a:r>
                        <a:rPr lang="en-US" dirty="0"/>
                        <a:t> for scraping  </a:t>
                      </a:r>
                      <a:endParaRPr lang="en-IN" dirty="0"/>
                    </a:p>
                  </a:txBody>
                  <a:tcPr marL="100910" marR="100910"/>
                </a:tc>
                <a:extLst>
                  <a:ext uri="{0D108BD9-81ED-4DB2-BD59-A6C34878D82A}">
                    <a16:rowId xmlns:a16="http://schemas.microsoft.com/office/drawing/2014/main" val="2295941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Embeddings</a:t>
                      </a:r>
                    </a:p>
                  </a:txBody>
                  <a:tcPr marL="100910" marR="100910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legal-</a:t>
                      </a:r>
                      <a:r>
                        <a:rPr lang="en-IN" dirty="0" err="1"/>
                        <a:t>bert</a:t>
                      </a:r>
                      <a:r>
                        <a:rPr lang="en-IN" dirty="0"/>
                        <a:t> from </a:t>
                      </a:r>
                      <a:r>
                        <a:rPr lang="en-IN" dirty="0" err="1"/>
                        <a:t>HuggingFace</a:t>
                      </a:r>
                      <a:endParaRPr lang="en-IN" dirty="0"/>
                    </a:p>
                  </a:txBody>
                  <a:tcPr marL="100910" marR="100910"/>
                </a:tc>
                <a:extLst>
                  <a:ext uri="{0D108BD9-81ED-4DB2-BD59-A6C34878D82A}">
                    <a16:rowId xmlns:a16="http://schemas.microsoft.com/office/drawing/2014/main" val="3821718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Vector Store</a:t>
                      </a:r>
                    </a:p>
                  </a:txBody>
                  <a:tcPr marL="100910" marR="100910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Qdrant</a:t>
                      </a:r>
                      <a:r>
                        <a:rPr lang="en-US" dirty="0"/>
                        <a:t> (Docker, self-hosted, open-source, free)</a:t>
                      </a:r>
                      <a:endParaRPr lang="en-IN" dirty="0"/>
                    </a:p>
                  </a:txBody>
                  <a:tcPr marL="100910" marR="100910"/>
                </a:tc>
                <a:extLst>
                  <a:ext uri="{0D108BD9-81ED-4DB2-BD59-A6C34878D82A}">
                    <a16:rowId xmlns:a16="http://schemas.microsoft.com/office/drawing/2014/main" val="2750868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Retrieval</a:t>
                      </a:r>
                    </a:p>
                  </a:txBody>
                  <a:tcPr marL="100910" marR="10091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Hybrid BM25 + dense search + cross-encoder/</a:t>
                      </a:r>
                      <a:r>
                        <a:rPr lang="en-US" dirty="0" err="1"/>
                        <a:t>ms-marco</a:t>
                      </a:r>
                      <a:r>
                        <a:rPr lang="en-US" dirty="0"/>
                        <a:t> (</a:t>
                      </a:r>
                      <a:r>
                        <a:rPr lang="en-US" dirty="0" err="1"/>
                        <a:t>HuggingFace</a:t>
                      </a:r>
                      <a:r>
                        <a:rPr lang="en-US" dirty="0"/>
                        <a:t>, free) + LLM query expansion</a:t>
                      </a:r>
                      <a:endParaRPr lang="en-IN" dirty="0"/>
                    </a:p>
                  </a:txBody>
                  <a:tcPr marL="100910" marR="100910"/>
                </a:tc>
                <a:extLst>
                  <a:ext uri="{0D108BD9-81ED-4DB2-BD59-A6C34878D82A}">
                    <a16:rowId xmlns:a16="http://schemas.microsoft.com/office/drawing/2014/main" val="1967892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LLM</a:t>
                      </a:r>
                    </a:p>
                  </a:txBody>
                  <a:tcPr marL="100910" marR="100910"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Ollama</a:t>
                      </a:r>
                      <a:r>
                        <a:rPr lang="en-IN" dirty="0"/>
                        <a:t> + Llama 3.1 70B-Q4</a:t>
                      </a:r>
                    </a:p>
                  </a:txBody>
                  <a:tcPr marL="100910" marR="100910"/>
                </a:tc>
                <a:extLst>
                  <a:ext uri="{0D108BD9-81ED-4DB2-BD59-A6C34878D82A}">
                    <a16:rowId xmlns:a16="http://schemas.microsoft.com/office/drawing/2014/main" val="946935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Backend</a:t>
                      </a:r>
                    </a:p>
                  </a:txBody>
                  <a:tcPr marL="100910" marR="100910"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FastAPI</a:t>
                      </a:r>
                      <a:r>
                        <a:rPr lang="es-ES" dirty="0"/>
                        <a:t> + </a:t>
                      </a:r>
                      <a:r>
                        <a:rPr lang="es-ES" dirty="0" err="1"/>
                        <a:t>Pydantic</a:t>
                      </a:r>
                      <a:endParaRPr lang="en-IN" dirty="0"/>
                    </a:p>
                  </a:txBody>
                  <a:tcPr marL="100910" marR="100910"/>
                </a:tc>
                <a:extLst>
                  <a:ext uri="{0D108BD9-81ED-4DB2-BD59-A6C34878D82A}">
                    <a16:rowId xmlns:a16="http://schemas.microsoft.com/office/drawing/2014/main" val="3428261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Frontend</a:t>
                      </a:r>
                    </a:p>
                  </a:txBody>
                  <a:tcPr marL="100910" marR="100910"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Streamlit</a:t>
                      </a:r>
                      <a:r>
                        <a:rPr lang="en-IN" dirty="0"/>
                        <a:t> </a:t>
                      </a:r>
                    </a:p>
                  </a:txBody>
                  <a:tcPr marL="100910" marR="100910"/>
                </a:tc>
                <a:extLst>
                  <a:ext uri="{0D108BD9-81ED-4DB2-BD59-A6C34878D82A}">
                    <a16:rowId xmlns:a16="http://schemas.microsoft.com/office/drawing/2014/main" val="4254895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Deployment</a:t>
                      </a:r>
                    </a:p>
                  </a:txBody>
                  <a:tcPr marL="100910" marR="10091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Docker Compose local or Oracle Cloud Always Free VM (4</a:t>
                      </a:r>
                      <a:endParaRPr lang="en-IN" dirty="0"/>
                    </a:p>
                  </a:txBody>
                  <a:tcPr marL="100910" marR="100910"/>
                </a:tc>
                <a:extLst>
                  <a:ext uri="{0D108BD9-81ED-4DB2-BD59-A6C34878D82A}">
                    <a16:rowId xmlns:a16="http://schemas.microsoft.com/office/drawing/2014/main" val="3174950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Export</a:t>
                      </a:r>
                    </a:p>
                  </a:txBody>
                  <a:tcPr marL="100910" marR="10091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python-docx for Word export</a:t>
                      </a:r>
                      <a:endParaRPr lang="en-IN" dirty="0"/>
                    </a:p>
                  </a:txBody>
                  <a:tcPr marL="100910" marR="100910"/>
                </a:tc>
                <a:extLst>
                  <a:ext uri="{0D108BD9-81ED-4DB2-BD59-A6C34878D82A}">
                    <a16:rowId xmlns:a16="http://schemas.microsoft.com/office/drawing/2014/main" val="97494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5373051"/>
      </p:ext>
    </p:extLst>
  </p:cSld>
  <p:clrMapOvr>
    <a:masterClrMapping/>
  </p:clrMapOvr>
</p:sld>
</file>

<file path=ppt/theme/theme1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E11C298A-C952-4C7C-AD82-FDE632A020A2}" vid="{C429265E-EED5-40F2-8F51-E02F8E47A73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Dark Gradient</Template>
  <TotalTime>180</TotalTime>
  <Words>272</Words>
  <Application>Microsoft Office PowerPoint</Application>
  <PresentationFormat>Widescreen</PresentationFormat>
  <Paragraphs>36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Arial Nova Light</vt:lpstr>
      <vt:lpstr>Dark Gradient</vt:lpstr>
      <vt:lpstr>Legal Research Assistant for Indian Courts</vt:lpstr>
      <vt:lpstr>Problem Statement</vt:lpstr>
      <vt:lpstr>Solution Overview</vt:lpstr>
      <vt:lpstr>Objectives</vt:lpstr>
      <vt:lpstr>Dataset</vt:lpstr>
      <vt:lpstr>Technical Stack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Aryan Arora</dc:creator>
  <cp:lastModifiedBy>Aryan Arora</cp:lastModifiedBy>
  <cp:revision>4</cp:revision>
  <dcterms:created xsi:type="dcterms:W3CDTF">2026-08-23T17:02:43Z</dcterms:created>
  <dcterms:modified xsi:type="dcterms:W3CDTF">2026-08-28T04:04:41Z</dcterms:modified>
</cp:coreProperties>
</file>