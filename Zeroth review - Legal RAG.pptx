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7" r:id="rId4"/>
    <p:sldId id="263" r:id="rId5"/>
    <p:sldId id="265" r:id="rId6"/>
    <p:sldId id="26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62257B-BBBF-49CD-A5DD-C3850C73CE74}" v="22" dt="2026-08-27T13:45:32.7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yan Arora" userId="b787227e2ec070f4" providerId="LiveId" clId="{A65BE4C5-78DA-47DB-89A3-56F4EE9C9206}"/>
    <pc:docChg chg="undo custSel addSld modSld">
      <pc:chgData name="Aryan Arora" userId="b787227e2ec070f4" providerId="LiveId" clId="{A65BE4C5-78DA-47DB-89A3-56F4EE9C9206}" dt="2026-08-27T13:45:32.717" v="239"/>
      <pc:docMkLst>
        <pc:docMk/>
      </pc:docMkLst>
      <pc:sldChg chg="modSp new">
        <pc:chgData name="Aryan Arora" userId="b787227e2ec070f4" providerId="LiveId" clId="{A65BE4C5-78DA-47DB-89A3-56F4EE9C9206}" dt="2026-08-23T18:20:21.570" v="165"/>
        <pc:sldMkLst>
          <pc:docMk/>
          <pc:sldMk cId="2511129951" sldId="256"/>
        </pc:sldMkLst>
        <pc:spChg chg="mod">
          <ac:chgData name="Aryan Arora" userId="b787227e2ec070f4" providerId="LiveId" clId="{A65BE4C5-78DA-47DB-89A3-56F4EE9C9206}" dt="2026-08-23T18:20:21.570" v="165"/>
          <ac:spMkLst>
            <pc:docMk/>
            <pc:sldMk cId="2511129951" sldId="256"/>
            <ac:spMk id="2" creationId="{1A95EE6D-205B-0269-7345-B80B16FCED1E}"/>
          </ac:spMkLst>
        </pc:spChg>
      </pc:sldChg>
      <pc:sldChg chg="modSp new mod">
        <pc:chgData name="Aryan Arora" userId="b787227e2ec070f4" providerId="LiveId" clId="{A65BE4C5-78DA-47DB-89A3-56F4EE9C9206}" dt="2026-08-23T18:17:27.782" v="120" actId="20577"/>
        <pc:sldMkLst>
          <pc:docMk/>
          <pc:sldMk cId="2470409146" sldId="257"/>
        </pc:sldMkLst>
        <pc:spChg chg="mod">
          <ac:chgData name="Aryan Arora" userId="b787227e2ec070f4" providerId="LiveId" clId="{A65BE4C5-78DA-47DB-89A3-56F4EE9C9206}" dt="2026-08-23T18:17:13.118" v="109" actId="20577"/>
          <ac:spMkLst>
            <pc:docMk/>
            <pc:sldMk cId="2470409146" sldId="257"/>
            <ac:spMk id="2" creationId="{962169DA-6F6C-52CA-596D-C7792DC2075A}"/>
          </ac:spMkLst>
        </pc:spChg>
        <pc:spChg chg="mod">
          <ac:chgData name="Aryan Arora" userId="b787227e2ec070f4" providerId="LiveId" clId="{A65BE4C5-78DA-47DB-89A3-56F4EE9C9206}" dt="2026-08-23T18:17:27.782" v="120" actId="20577"/>
          <ac:spMkLst>
            <pc:docMk/>
            <pc:sldMk cId="2470409146" sldId="257"/>
            <ac:spMk id="3" creationId="{DF8CC0C6-7675-AE22-8160-0E0C3991D8E6}"/>
          </ac:spMkLst>
        </pc:spChg>
      </pc:sldChg>
      <pc:sldChg chg="modSp add mod">
        <pc:chgData name="Aryan Arora" userId="b787227e2ec070f4" providerId="LiveId" clId="{A65BE4C5-78DA-47DB-89A3-56F4EE9C9206}" dt="2026-08-23T17:31:21.320" v="20"/>
        <pc:sldMkLst>
          <pc:docMk/>
          <pc:sldMk cId="3581882527" sldId="258"/>
        </pc:sldMkLst>
        <pc:spChg chg="mod">
          <ac:chgData name="Aryan Arora" userId="b787227e2ec070f4" providerId="LiveId" clId="{A65BE4C5-78DA-47DB-89A3-56F4EE9C9206}" dt="2026-08-23T17:31:21.320" v="20"/>
          <ac:spMkLst>
            <pc:docMk/>
            <pc:sldMk cId="3581882527" sldId="258"/>
            <ac:spMk id="3" creationId="{91C67ABA-FE02-2AAE-62FB-B8598B670EAE}"/>
          </ac:spMkLst>
        </pc:spChg>
      </pc:sldChg>
      <pc:sldChg chg="modSp add mod">
        <pc:chgData name="Aryan Arora" userId="b787227e2ec070f4" providerId="LiveId" clId="{A65BE4C5-78DA-47DB-89A3-56F4EE9C9206}" dt="2026-08-23T17:53:08.874" v="29" actId="27636"/>
        <pc:sldMkLst>
          <pc:docMk/>
          <pc:sldMk cId="52899601" sldId="259"/>
        </pc:sldMkLst>
        <pc:spChg chg="mod">
          <ac:chgData name="Aryan Arora" userId="b787227e2ec070f4" providerId="LiveId" clId="{A65BE4C5-78DA-47DB-89A3-56F4EE9C9206}" dt="2026-08-23T17:53:08.874" v="29" actId="27636"/>
          <ac:spMkLst>
            <pc:docMk/>
            <pc:sldMk cId="52899601" sldId="259"/>
            <ac:spMk id="3" creationId="{85BBED03-0DBC-E411-C1AF-CE18EC85272F}"/>
          </ac:spMkLst>
        </pc:spChg>
      </pc:sldChg>
      <pc:sldChg chg="modSp add mod">
        <pc:chgData name="Aryan Arora" userId="b787227e2ec070f4" providerId="LiveId" clId="{A65BE4C5-78DA-47DB-89A3-56F4EE9C9206}" dt="2026-08-23T18:08:05.602" v="37"/>
        <pc:sldMkLst>
          <pc:docMk/>
          <pc:sldMk cId="3833798129" sldId="260"/>
        </pc:sldMkLst>
        <pc:spChg chg="mod">
          <ac:chgData name="Aryan Arora" userId="b787227e2ec070f4" providerId="LiveId" clId="{A65BE4C5-78DA-47DB-89A3-56F4EE9C9206}" dt="2026-08-23T18:08:05.602" v="37"/>
          <ac:spMkLst>
            <pc:docMk/>
            <pc:sldMk cId="3833798129" sldId="260"/>
            <ac:spMk id="3" creationId="{EF2EE86E-AFC8-8DF6-B6AB-4A95D13DACF1}"/>
          </ac:spMkLst>
        </pc:spChg>
      </pc:sldChg>
      <pc:sldChg chg="modSp new mod">
        <pc:chgData name="Aryan Arora" userId="b787227e2ec070f4" providerId="LiveId" clId="{A65BE4C5-78DA-47DB-89A3-56F4EE9C9206}" dt="2026-08-23T18:11:40.547" v="74" actId="20577"/>
        <pc:sldMkLst>
          <pc:docMk/>
          <pc:sldMk cId="1465024936" sldId="261"/>
        </pc:sldMkLst>
        <pc:spChg chg="mod">
          <ac:chgData name="Aryan Arora" userId="b787227e2ec070f4" providerId="LiveId" clId="{A65BE4C5-78DA-47DB-89A3-56F4EE9C9206}" dt="2026-08-23T18:11:01.392" v="57" actId="20577"/>
          <ac:spMkLst>
            <pc:docMk/>
            <pc:sldMk cId="1465024936" sldId="261"/>
            <ac:spMk id="2" creationId="{197290E7-4F72-0E25-6210-7215851EABB0}"/>
          </ac:spMkLst>
        </pc:spChg>
        <pc:spChg chg="mod">
          <ac:chgData name="Aryan Arora" userId="b787227e2ec070f4" providerId="LiveId" clId="{A65BE4C5-78DA-47DB-89A3-56F4EE9C9206}" dt="2026-08-23T18:11:40.547" v="74" actId="20577"/>
          <ac:spMkLst>
            <pc:docMk/>
            <pc:sldMk cId="1465024936" sldId="261"/>
            <ac:spMk id="3" creationId="{3C88FDA5-DD38-F62F-E6EF-34577DDF65FE}"/>
          </ac:spMkLst>
        </pc:spChg>
      </pc:sldChg>
      <pc:sldChg chg="add">
        <pc:chgData name="Aryan Arora" userId="b787227e2ec070f4" providerId="LiveId" clId="{A65BE4C5-78DA-47DB-89A3-56F4EE9C9206}" dt="2026-08-23T18:15:29.006" v="84" actId="2890"/>
        <pc:sldMkLst>
          <pc:docMk/>
          <pc:sldMk cId="1771925662" sldId="262"/>
        </pc:sldMkLst>
      </pc:sldChg>
      <pc:sldChg chg="modSp add mod">
        <pc:chgData name="Aryan Arora" userId="b787227e2ec070f4" providerId="LiveId" clId="{A65BE4C5-78DA-47DB-89A3-56F4EE9C9206}" dt="2026-08-23T18:19:32.856" v="160"/>
        <pc:sldMkLst>
          <pc:docMk/>
          <pc:sldMk cId="3162752367" sldId="263"/>
        </pc:sldMkLst>
        <pc:spChg chg="mod">
          <ac:chgData name="Aryan Arora" userId="b787227e2ec070f4" providerId="LiveId" clId="{A65BE4C5-78DA-47DB-89A3-56F4EE9C9206}" dt="2026-08-23T18:18:42.789" v="149" actId="20577"/>
          <ac:spMkLst>
            <pc:docMk/>
            <pc:sldMk cId="3162752367" sldId="263"/>
            <ac:spMk id="2" creationId="{196ABBE1-CE10-E849-9B50-BF2B057982FB}"/>
          </ac:spMkLst>
        </pc:spChg>
        <pc:spChg chg="mod">
          <ac:chgData name="Aryan Arora" userId="b787227e2ec070f4" providerId="LiveId" clId="{A65BE4C5-78DA-47DB-89A3-56F4EE9C9206}" dt="2026-08-23T18:19:32.856" v="160"/>
          <ac:spMkLst>
            <pc:docMk/>
            <pc:sldMk cId="3162752367" sldId="263"/>
            <ac:spMk id="3" creationId="{33F11905-8014-F6A7-DFA7-867B7EC16577}"/>
          </ac:spMkLst>
        </pc:spChg>
      </pc:sldChg>
      <pc:sldChg chg="modSp add mod">
        <pc:chgData name="Aryan Arora" userId="b787227e2ec070f4" providerId="LiveId" clId="{A65BE4C5-78DA-47DB-89A3-56F4EE9C9206}" dt="2026-08-23T18:19:59.854" v="164"/>
        <pc:sldMkLst>
          <pc:docMk/>
          <pc:sldMk cId="2690772527" sldId="264"/>
        </pc:sldMkLst>
        <pc:spChg chg="mod">
          <ac:chgData name="Aryan Arora" userId="b787227e2ec070f4" providerId="LiveId" clId="{A65BE4C5-78DA-47DB-89A3-56F4EE9C9206}" dt="2026-08-23T18:19:59.854" v="164"/>
          <ac:spMkLst>
            <pc:docMk/>
            <pc:sldMk cId="2690772527" sldId="264"/>
            <ac:spMk id="3" creationId="{795B2290-71D1-3099-EEEE-E5F617219C7A}"/>
          </ac:spMkLst>
        </pc:spChg>
      </pc:sldChg>
      <pc:sldChg chg="modSp new mod">
        <pc:chgData name="Aryan Arora" userId="b787227e2ec070f4" providerId="LiveId" clId="{A65BE4C5-78DA-47DB-89A3-56F4EE9C9206}" dt="2026-08-27T12:46:56.266" v="191" actId="113"/>
        <pc:sldMkLst>
          <pc:docMk/>
          <pc:sldMk cId="4292092617" sldId="265"/>
        </pc:sldMkLst>
        <pc:spChg chg="mod">
          <ac:chgData name="Aryan Arora" userId="b787227e2ec070f4" providerId="LiveId" clId="{A65BE4C5-78DA-47DB-89A3-56F4EE9C9206}" dt="2026-08-27T12:46:08.690" v="173" actId="20577"/>
          <ac:spMkLst>
            <pc:docMk/>
            <pc:sldMk cId="4292092617" sldId="265"/>
            <ac:spMk id="2" creationId="{008EC106-2771-8066-4DD9-49DA5E5A541D}"/>
          </ac:spMkLst>
        </pc:spChg>
        <pc:spChg chg="mod">
          <ac:chgData name="Aryan Arora" userId="b787227e2ec070f4" providerId="LiveId" clId="{A65BE4C5-78DA-47DB-89A3-56F4EE9C9206}" dt="2026-08-27T12:46:56.266" v="191" actId="113"/>
          <ac:spMkLst>
            <pc:docMk/>
            <pc:sldMk cId="4292092617" sldId="265"/>
            <ac:spMk id="3" creationId="{90066223-E67F-DE1F-A9AA-FB1F9E4E7066}"/>
          </ac:spMkLst>
        </pc:spChg>
      </pc:sldChg>
      <pc:sldChg chg="addSp delSp modSp new mod">
        <pc:chgData name="Aryan Arora" userId="b787227e2ec070f4" providerId="LiveId" clId="{A65BE4C5-78DA-47DB-89A3-56F4EE9C9206}" dt="2026-08-27T13:45:32.717" v="239"/>
        <pc:sldMkLst>
          <pc:docMk/>
          <pc:sldMk cId="2385373051" sldId="266"/>
        </pc:sldMkLst>
        <pc:spChg chg="mod">
          <ac:chgData name="Aryan Arora" userId="b787227e2ec070f4" providerId="LiveId" clId="{A65BE4C5-78DA-47DB-89A3-56F4EE9C9206}" dt="2026-08-27T13:41:26.690" v="207" actId="20577"/>
          <ac:spMkLst>
            <pc:docMk/>
            <pc:sldMk cId="2385373051" sldId="266"/>
            <ac:spMk id="2" creationId="{89CAAA13-E3F3-0410-B78B-1B05EA91B141}"/>
          </ac:spMkLst>
        </pc:spChg>
        <pc:spChg chg="del">
          <ac:chgData name="Aryan Arora" userId="b787227e2ec070f4" providerId="LiveId" clId="{A65BE4C5-78DA-47DB-89A3-56F4EE9C9206}" dt="2026-08-27T13:41:56.741" v="208" actId="3680"/>
          <ac:spMkLst>
            <pc:docMk/>
            <pc:sldMk cId="2385373051" sldId="266"/>
            <ac:spMk id="3" creationId="{476A85E3-240C-BC49-33F1-10C2A164AF16}"/>
          </ac:spMkLst>
        </pc:spChg>
        <pc:graphicFrameChg chg="add mod ord modGraphic">
          <ac:chgData name="Aryan Arora" userId="b787227e2ec070f4" providerId="LiveId" clId="{A65BE4C5-78DA-47DB-89A3-56F4EE9C9206}" dt="2026-08-27T13:45:32.717" v="239"/>
          <ac:graphicFrameMkLst>
            <pc:docMk/>
            <pc:sldMk cId="2385373051" sldId="266"/>
            <ac:graphicFrameMk id="4" creationId="{AD236D29-85BD-3B49-1C9B-18AF6B39FF92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CEDEB-0EAE-2AD8-CFAF-CD858B53EE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2FF726-D5EA-3B67-EBA3-7103E5F6B9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025A49-6F27-597D-F86B-4817AE920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16A2C-E1B3-496A-F719-8BE5F06D4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84B72-0393-3CF6-AEBF-C33F25062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3385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77314-9713-911D-B131-47BF8788A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50A2F2-4491-54E0-BA75-A45AD08A92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788CAD-7D7B-238E-86E0-2C40E316E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A0B49-85A5-BFE8-5858-E94924CA8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D8CB63-605C-620F-BCB9-7277B0BFF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8228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7CBAF-2BEF-4A8A-589E-D5002BEE7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19A790-D672-32CE-6B03-DA1CC50EB9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D63FC-096A-DE7E-8788-FF43E6A3E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1F6420-9622-0659-43AA-CC1BE1171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CE51D2-AD73-ED10-3182-286A1CFBB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8206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0518F-6FEC-9203-5829-8DA35B6D9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C68E7-E0BE-BEE0-F81C-689E43E5FC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A4D781-8395-8758-061B-A092E5553B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C9FCE3-9F34-8490-0562-BBD456456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FA7712-3B82-FEFC-9AD4-12A13E87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6D4AD-1436-C8AE-EF34-391FDA17E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00114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9FC44-B395-C9E7-A451-B02BCD568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69FAC9-89B4-B982-3E85-4E6C1752F5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02554D-46BF-6085-50E9-F6E8B6305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642469-8127-F978-A7BA-19CE8DE285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6BA8E7-BCCD-3620-8A87-B96A48BA7B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2D2361-A7CB-DC24-659E-B9E6BB5AFC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426E81-228A-AA10-7D00-D8CC1E596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D7F024-B1C3-A168-09A0-57B06D25C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0613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17CC1-8BF6-F428-D7F4-81328BBA0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6482A0-76FF-A405-A2DD-775AE2615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2BB294-7899-12B2-E431-AA4820676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F64A07-404E-8C7F-9D43-1BFCE179E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6736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0ED40-3DD0-2F0F-AE28-BCBF0BAA9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8DF096-0445-9C1D-9C48-AEB737146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6A25A4-04A2-F178-ED77-0C57B74C6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9251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9B528-A107-7F95-6CC1-53A1B19DE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AB4A8-8083-9103-9F31-AFBD4991DA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4456B9-8CF8-AC6D-DBE0-9D1889B29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0A8388-439D-B0D7-6BA0-1072A90AF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AE719E-CD3B-7DFC-65BE-392E2ED51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2EC801-39D5-2BF7-618F-6F2B00F0A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6441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04E77-EBDB-881F-5477-77ADB3400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3CD531-C627-080E-9F66-E402E11484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23B551-FFA7-A43D-1CDA-CDDEE13DA2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8EDF8E-0705-8D60-F1BA-EDC078B3F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BE2E5A-C265-6326-E9AC-2B375880C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6EDCF9-7060-673A-6F33-6B9C0EB81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7512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AFD33-87CD-B145-490D-1D3199A0C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76BD60-CA32-610C-BD48-90EA559F6F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99949-BFDF-0471-024A-4F5DE3017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DB5717-ABCA-6D55-3A0B-5964CB3C4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F4AE7-FA12-03C0-5E8E-E6856DD51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99620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F9E2E0-7E93-BE85-A3AF-119D8F4D5A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65EB3C-F1CA-8FDC-B4F1-04D1A711B4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204F31-D3F8-2E4B-B770-FB00124D9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30DEE1-FE23-9472-61B5-D4DD7ED4A7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94DC47-1A75-4FC2-42B9-E9A62B4D9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82014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109A18-4FB5-74D6-3D23-A145CAFC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A8F7BB-ECDF-0811-DE74-BD19695511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0D51CD-2320-F082-D428-86F1612666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6DB0E-6351-E32D-7009-AACD48ABF9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985B2-71AA-B295-525B-46087D8B5A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2910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5EE6D-205B-0269-7345-B80B16FCED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Legal Research Assistant for Indian Courts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0C490E-055C-1232-7BF3-72C927F404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1129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290E7-4F72-0E25-6210-7215851EA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8FDA5-DD38-F62F-E6EF-34577DDF6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Junior advocates spend weeks searching thousands of Supreme Court and High Court judgments on rulings to find relevant precedents, which is a slow and incomplete process. Senior lawyer time for research costs between 2,000 and 10,000 rupees per hour, making thorough legal research economically inaccessible for small firms.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5024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169DA-6F6C-52CA-596D-C7792DC2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Overview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CC0C6-7675-AE22-8160-0E0C3991D8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RAG application over the Indian Kanoon corpus and uploaded case files using legal-domain embeddings, two-stage hybrid retrieval, and LLM-based holding extraction, enabling advocates to find relevant precedents, extract ratio decidendi, and auto-draft structured argument outlines with citation-linked evidence.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04091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F024D-CED2-D21A-F747-F39E713D0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ABBE1-CE10-E849-9B50-BF2B05798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11905-8014-F6A7-DFA7-867B7EC16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Indian Kanoon scraper: 50,000 Supreme Court and High Court judgments</a:t>
            </a:r>
          </a:p>
          <a:p>
            <a:r>
              <a:rPr lang="en-IN" dirty="0"/>
              <a:t>Legal-domain chunking</a:t>
            </a:r>
          </a:p>
          <a:p>
            <a:r>
              <a:rPr lang="en-IN" dirty="0"/>
              <a:t>Hybrid retrieval</a:t>
            </a:r>
          </a:p>
          <a:p>
            <a:r>
              <a:rPr lang="en-IN" dirty="0"/>
              <a:t>Holding summariser</a:t>
            </a:r>
          </a:p>
          <a:p>
            <a:r>
              <a:rPr lang="en-US" dirty="0"/>
              <a:t>Argument outline drafter: pro and contra positions with supporting precedent citations</a:t>
            </a:r>
          </a:p>
          <a:p>
            <a:r>
              <a:rPr lang="en-US" dirty="0"/>
              <a:t>Case upload: advocate uploads client case file for session-specific contextual retrieval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62752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EC106-2771-8066-4DD9-49DA5E5A5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66223-E67F-DE1F-A9AA-FB1F9E4E70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India Law- Hugging Face Dataset is to be used for the project.</a:t>
            </a:r>
          </a:p>
          <a:p>
            <a:r>
              <a:rPr lang="en-US" dirty="0"/>
              <a:t>It contains judgments from the Supreme Court and all 25 High Courts of India. The current corpus has more than 12.8 million court judgments, covering roughly 1950–2025.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920926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AAA13-E3F3-0410-B78B-1B05EA91B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Stack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D236D29-85BD-3B49-1C9B-18AF6B39FF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7641738"/>
              </p:ext>
            </p:extLst>
          </p:nvPr>
        </p:nvGraphicFramePr>
        <p:xfrm>
          <a:off x="838200" y="1825625"/>
          <a:ext cx="1051560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5067">
                  <a:extLst>
                    <a:ext uri="{9D8B030D-6E8A-4147-A177-3AD203B41FA5}">
                      <a16:colId xmlns:a16="http://schemas.microsoft.com/office/drawing/2014/main" val="1694806031"/>
                    </a:ext>
                  </a:extLst>
                </a:gridCol>
                <a:gridCol w="8500533">
                  <a:extLst>
                    <a:ext uri="{9D8B030D-6E8A-4147-A177-3AD203B41FA5}">
                      <a16:colId xmlns:a16="http://schemas.microsoft.com/office/drawing/2014/main" val="9111553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Layer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Open-Source Technology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60453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Document Parsing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PyMuPDF</a:t>
                      </a:r>
                      <a:r>
                        <a:rPr lang="en-US" dirty="0"/>
                        <a:t> + </a:t>
                      </a:r>
                      <a:r>
                        <a:rPr lang="en-US" dirty="0" err="1"/>
                        <a:t>pdfplumber</a:t>
                      </a:r>
                      <a:r>
                        <a:rPr lang="en-US" dirty="0"/>
                        <a:t> + </a:t>
                      </a:r>
                      <a:r>
                        <a:rPr lang="en-US" dirty="0" err="1"/>
                        <a:t>BeautifulSoup</a:t>
                      </a:r>
                      <a:r>
                        <a:rPr lang="en-US" dirty="0"/>
                        <a:t> for scraping  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5941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Embeddings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legal-</a:t>
                      </a:r>
                      <a:r>
                        <a:rPr lang="en-IN" dirty="0" err="1"/>
                        <a:t>bert</a:t>
                      </a:r>
                      <a:r>
                        <a:rPr lang="en-IN" dirty="0"/>
                        <a:t> from </a:t>
                      </a:r>
                      <a:r>
                        <a:rPr lang="en-IN" dirty="0" err="1"/>
                        <a:t>HuggingFace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17183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Vector Store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Qdrant</a:t>
                      </a:r>
                      <a:r>
                        <a:rPr lang="en-US" dirty="0"/>
                        <a:t> (Docker, self-hosted, open-source, free)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868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Retrieval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Hybrid BM25 + dense search + cross-encoder/</a:t>
                      </a:r>
                      <a:r>
                        <a:rPr lang="en-US" dirty="0" err="1"/>
                        <a:t>ms-marco</a:t>
                      </a:r>
                      <a:r>
                        <a:rPr lang="en-US" dirty="0"/>
                        <a:t> (</a:t>
                      </a:r>
                      <a:r>
                        <a:rPr lang="en-US" dirty="0" err="1"/>
                        <a:t>HuggingFace</a:t>
                      </a:r>
                      <a:r>
                        <a:rPr lang="en-US" dirty="0"/>
                        <a:t>, free) + LLM query expansion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7892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 err="1"/>
                        <a:t>Ollama</a:t>
                      </a:r>
                      <a:r>
                        <a:rPr lang="en-IN" dirty="0"/>
                        <a:t> + Llama 3.1 70B-Q4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935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FastAPI</a:t>
                      </a:r>
                      <a:r>
                        <a:rPr lang="es-ES" dirty="0"/>
                        <a:t> + </a:t>
                      </a:r>
                      <a:r>
                        <a:rPr lang="es-ES" dirty="0" err="1"/>
                        <a:t>Pydantic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82615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Frontend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 err="1"/>
                        <a:t>Streamlit</a:t>
                      </a:r>
                      <a:r>
                        <a:rPr lang="en-IN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4895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Docker Compose local or Oracle Cloud Always Free VM (4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9509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Export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python-docx for Word export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494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53730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272</Words>
  <Application>Microsoft Office PowerPoint</Application>
  <PresentationFormat>Widescreen</PresentationFormat>
  <Paragraphs>36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Legal Research Assistant for Indian Courts</vt:lpstr>
      <vt:lpstr>Problem Statement</vt:lpstr>
      <vt:lpstr>Solution Overview</vt:lpstr>
      <vt:lpstr>Objectives</vt:lpstr>
      <vt:lpstr>Dataset</vt:lpstr>
      <vt:lpstr>Technical Stack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Aryan Arora</dc:creator>
  <cp:lastModifiedBy>Aryan Arora</cp:lastModifiedBy>
  <cp:revision>3</cp:revision>
  <dcterms:created xsi:type="dcterms:W3CDTF">2026-08-23T17:02:43Z</dcterms:created>
  <dcterms:modified xsi:type="dcterms:W3CDTF">2026-08-27T17:59:08Z</dcterms:modified>
</cp:coreProperties>
</file>